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5943600" y="457200"/>
            <a:ext cx="2743200" cy="2743200"/>
          </a:xfrm>
          <a:prstGeom prst="rect">
            <a:avLst/>
          </a:prstGeom>
          <a:solidFill>
            <a:srgbClr val="1565C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800000">
            <a:off x="6583680" y="1097280"/>
            <a:ext cx="2286000" cy="2286000"/>
          </a:xfrm>
          <a:prstGeom prst="rect">
            <a:avLst/>
          </a:prstGeom>
          <a:solidFill>
            <a:srgbClr val="42A5F5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1828800" cy="365760"/>
          </a:xfrm>
          <a:prstGeom prst="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软件工程项目答辩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FitKeep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智能健身管理平台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汇报团队：姬天宇 | 李铭煜 | 马启茂 | 张博鑫 | 封超 | 闫墨存 | 陈灏达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565C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汇报目录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0"/>
          </a:xfrm>
          <a:prstGeom prst="line">
            <a:avLst/>
          </a:prstGeom>
          <a:noFill/>
          <a:ln w="3175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项目背景与简介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1965960"/>
            <a:ext cx="2286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开发理念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63040" y="2880360"/>
            <a:ext cx="2286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3200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技术栈与架构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63040" y="3794760"/>
            <a:ext cx="2286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功能模块详解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463040" y="4709160"/>
            <a:ext cx="2286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团队分工与协作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77840" y="1965960"/>
            <a:ext cx="2286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7784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项目亮点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77840" y="2880360"/>
            <a:ext cx="2286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77840" y="3200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不足与优化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77840" y="3794760"/>
            <a:ext cx="2286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7784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77840" y="4709160"/>
            <a:ext cx="2286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3474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市场痛点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健身App功能臃肿、付费门槛高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缺乏系统化的训练课程指导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运动记录分散，难以追踪进展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社区互动弱，缺乏运动氛围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64008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我们的方案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12080" y="19202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免费、轻量、一站式的健身平台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结构化课程 + 视频教学指导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每日打卡 + 番茄钟双轨追踪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社区互动，打造运动社交圈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项目简介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298448"/>
            <a:ext cx="594360" cy="59436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课程训练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结构化健身课程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视频教学跟练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46888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298448"/>
            <a:ext cx="594360" cy="59436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每日打卡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运动打卡记录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追踪训练历程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46888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1298448"/>
            <a:ext cx="594360" cy="59436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社区互动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发帖评论点赞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运动社交圈子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246888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00200" y="3127248"/>
            <a:ext cx="594360" cy="59436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番茄钟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专注计时辅助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提升训练效率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017520"/>
            <a:ext cx="246888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43400" y="3127248"/>
            <a:ext cx="594360" cy="59436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47472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数据统计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7472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ECharts可视化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训练数据分析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46888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086600" y="3127248"/>
            <a:ext cx="594360" cy="59436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1792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安全认证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1792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JWT令牌鉴权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开发理念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2468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用户导向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以用户需求为核心，界面简洁直观，降低使用门槛，让每个人都能轻松开始健身之旅。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97280"/>
            <a:ext cx="2468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分层架构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874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采用Controller-Service-Mapper三层架构，职责清晰、易于维护和扩展。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468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安全优先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集成Spring Security + JWT双因子认证，保障用户数据和接口安全。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17520"/>
            <a:ext cx="2468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渐进迭代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从MVP核心功能出发，逐步完善功能模块。优先保证核心流程的稳定性和可用性。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301752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017520"/>
            <a:ext cx="2468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474720" y="3493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全栈一体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前端页面与后端服务整合在同一项目中，简化部署流程，适合中小型项目快速开发。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017520"/>
            <a:ext cx="2468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3493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实用主义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不过度设计，选用成熟稳定的技术方案。Lombok减少样板代码，Bootstrap加速UI开发。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技术栈总览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457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前端技术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90195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40487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26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90779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41071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31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 可视化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1363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606040" y="1188720"/>
            <a:ext cx="196596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118872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后端技术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190195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240487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2926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 + MySQL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290779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341071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3931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认证令牌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391363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1188720"/>
            <a:ext cx="196596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1188720"/>
            <a:ext cx="19659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开发工具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9204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190195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构建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240487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926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版本控制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290779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注解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83480" y="341071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931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热重载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83480" y="391363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03720" y="1188720"/>
            <a:ext cx="196596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903720" y="1188720"/>
            <a:ext cx="19659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690372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数据存储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04088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32320" y="190195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04088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本地文件存储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132320" y="240487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0" y="2926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静态资源托管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132320" y="290779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040880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编码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132320" y="341071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040880" y="3931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连接池管理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132320" y="3913632"/>
            <a:ext cx="1508760" cy="32004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后端架构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43000"/>
            <a:ext cx="64008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控制层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270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接收HTTP请求，参数校验，调用Service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143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| Course | CheckIn | Community | Pomodoro | File | Admin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03120"/>
            <a:ext cx="64008" cy="82296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业务层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4871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核心业务逻辑，事务管理，数据组装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 | CourseService | CheckInService | CommunityService | 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63240"/>
            <a:ext cx="64008" cy="8229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Mapper 持久层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4472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 XML映射，数据库CRUD操作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3063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UserMapper | CourseMapper | CheckInMapper | PostMapper | 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23360"/>
            <a:ext cx="6400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数据库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44074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8.0，7张核心业务表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| courses | videos | checkins | posts | comments | pomodoro_records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2011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39319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0" y="365760"/>
            <a:ext cx="210312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65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Layer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Filter + Spring Security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数据库设计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07008"/>
            <a:ext cx="365760" cy="3657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用户信息，含角色权限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username, password, role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96596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1188720"/>
            <a:ext cx="196596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207008"/>
            <a:ext cx="365760" cy="3657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课程信息与分类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5176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category, difficulty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196596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188720"/>
            <a:ext cx="196596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1207008"/>
            <a:ext cx="365760" cy="3657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视频资源挂载到课程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course_id, url, duration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12280" y="1188720"/>
            <a:ext cx="196596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812280" y="1188720"/>
            <a:ext cx="196596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0" y="1207008"/>
            <a:ext cx="365760" cy="3657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每日运动打卡记录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44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check_date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440180" y="3017520"/>
            <a:ext cx="196596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40180" y="3017520"/>
            <a:ext cx="196596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4" name="Shape 32"/>
          <p:cNvSpPr/>
          <p:nvPr/>
        </p:nvSpPr>
        <p:spPr>
          <a:xfrm>
            <a:off x="1485900" y="3035808"/>
            <a:ext cx="365760" cy="3657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44018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9431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577340" y="3520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社区帖子内容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57734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title, like_count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89020" y="3017520"/>
            <a:ext cx="196596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589020" y="3017520"/>
            <a:ext cx="196596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1" name="Shape 39"/>
          <p:cNvSpPr/>
          <p:nvPr/>
        </p:nvSpPr>
        <p:spPr>
          <a:xfrm>
            <a:off x="3634740" y="3035808"/>
            <a:ext cx="365760" cy="3657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58902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09194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726180" y="3520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帖子评论关联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72618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post_id, user_id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37860" y="3017520"/>
            <a:ext cx="1965960" cy="1554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37860" y="3017520"/>
            <a:ext cx="196596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8" name="Shape 46"/>
          <p:cNvSpPr/>
          <p:nvPr/>
        </p:nvSpPr>
        <p:spPr>
          <a:xfrm>
            <a:off x="5783580" y="3035808"/>
            <a:ext cx="365760" cy="3657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73786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4078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pomodoro_records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875020" y="3520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番茄钟专注记录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87502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focus_minutes, cycles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共计7张核心业务表 | 支持utf8mb4编码 | 包含初始示例数据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核心功能一览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1389888" y="1280160"/>
            <a:ext cx="640080" cy="640080"/>
          </a:xfrm>
          <a:prstGeom prst="ellipse">
            <a:avLst/>
          </a:prstGeom>
          <a:solidFill>
            <a:srgbClr val="F0F3F8"/>
          </a:solidFill>
          <a:ln/>
        </p:spPr>
      </p:sp>
      <p:sp>
        <p:nvSpPr>
          <p:cNvPr id="7" name="Text 5"/>
          <p:cNvSpPr/>
          <p:nvPr/>
        </p:nvSpPr>
        <p:spPr>
          <a:xfrm>
            <a:off x="138988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轮播图、统计卡片、课程推荐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24528" y="1280160"/>
            <a:ext cx="640080" cy="640080"/>
          </a:xfrm>
          <a:prstGeom prst="ellipse">
            <a:avLst/>
          </a:prstGeom>
          <a:solidFill>
            <a:srgbClr val="F0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课程中心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课程分类、视频播放、难度分级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468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courses.html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Shape 18"/>
          <p:cNvSpPr/>
          <p:nvPr/>
        </p:nvSpPr>
        <p:spPr>
          <a:xfrm>
            <a:off x="7059168" y="1280160"/>
            <a:ext cx="640080" cy="640080"/>
          </a:xfrm>
          <a:prstGeom prst="ellipse">
            <a:avLst/>
          </a:prstGeom>
          <a:solidFill>
            <a:srgbClr val="F0F3F8"/>
          </a:solidFill>
          <a:ln/>
        </p:spPr>
      </p:sp>
      <p:sp>
        <p:nvSpPr>
          <p:cNvPr id="21" name="Text 19"/>
          <p:cNvSpPr/>
          <p:nvPr/>
        </p:nvSpPr>
        <p:spPr>
          <a:xfrm>
            <a:off x="705916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2648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每日打卡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打卡记录、图片上传、连续统计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468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checkin.html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89888" y="3200400"/>
            <a:ext cx="640080" cy="640080"/>
          </a:xfrm>
          <a:prstGeom prst="ellipse">
            <a:avLst/>
          </a:prstGeom>
          <a:solidFill>
            <a:srgbClr val="F0F3F8"/>
          </a:solidFill>
          <a:ln/>
        </p:spPr>
      </p:sp>
      <p:sp>
        <p:nvSpPr>
          <p:cNvPr id="28" name="Text 26"/>
          <p:cNvSpPr/>
          <p:nvPr/>
        </p:nvSpPr>
        <p:spPr>
          <a:xfrm>
            <a:off x="1389888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3886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社区广场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发帖/评论/点赞、互动社交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community.html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01752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301752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4" name="Shape 32"/>
          <p:cNvSpPr/>
          <p:nvPr/>
        </p:nvSpPr>
        <p:spPr>
          <a:xfrm>
            <a:off x="4224528" y="3200400"/>
            <a:ext cx="640080" cy="640080"/>
          </a:xfrm>
          <a:prstGeom prst="ellipse">
            <a:avLst/>
          </a:prstGeom>
          <a:solidFill>
            <a:srgbClr val="F0F3F8"/>
          </a:solidFill>
          <a:ln/>
        </p:spPr>
      </p:sp>
      <p:sp>
        <p:nvSpPr>
          <p:cNvPr id="35" name="Text 33"/>
          <p:cNvSpPr/>
          <p:nvPr/>
        </p:nvSpPr>
        <p:spPr>
          <a:xfrm>
            <a:off x="4224528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291840" y="3886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番茄钟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9184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专注计时、休息提醒、周期追踪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43891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pomodoro.html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301752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301752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1" name="Shape 39"/>
          <p:cNvSpPr/>
          <p:nvPr/>
        </p:nvSpPr>
        <p:spPr>
          <a:xfrm>
            <a:off x="7059168" y="3200400"/>
            <a:ext cx="640080" cy="640080"/>
          </a:xfrm>
          <a:prstGeom prst="ellipse">
            <a:avLst/>
          </a:prstGeom>
          <a:solidFill>
            <a:srgbClr val="F0F3F8"/>
          </a:solidFill>
          <a:ln/>
        </p:spPr>
      </p:sp>
      <p:sp>
        <p:nvSpPr>
          <p:cNvPr id="42" name="Text 40"/>
          <p:cNvSpPr/>
          <p:nvPr/>
        </p:nvSpPr>
        <p:spPr>
          <a:xfrm>
            <a:off x="7059168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126480" y="3886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后台管理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2648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数据仪表盘、内容管理、ECharts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26480" y="43891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admin/index.html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项目演示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  <a:ln w="25400">
            <a:solidFill>
              <a:srgbClr val="42A5F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840480" y="2011680"/>
            <a:ext cx="1463040" cy="1463040"/>
          </a:xfrm>
          <a:prstGeom prst="ellipse">
            <a:avLst/>
          </a:prstGeom>
          <a:solidFill>
            <a:srgbClr val="1565C0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977640" y="2148840"/>
            <a:ext cx="1188720" cy="11887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▶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此处插入项目演示视频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（请在此处放置录制的功能演示视频）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模块详解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用户认证 &amp; 课程管理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用户认证模块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注册/登录：表单校验 + BCrypt加密存储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JWT令牌：无状态认证，24小时有效期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AuthFilter：拦截所有请求，验证Token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角色权限：user / admin 两级权限控制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SecurityConfig：CSRF保护、路径放行配置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2344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课程管理模块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课程列表：分类筛选（有氧/力量/瑜伽/HIIT）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课程详情：教练信息、难度评级、浏览/报名数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视频播放：HTML5播放器，按序学习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CourseService + VideoService双Service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course-detail.html 动态加载课程内容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模块详解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社区互动 &amp; 打卡系统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社区互动模块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帖子发布：支持标题+内容+图片上传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评论功能：帖子下多级评论，实时互动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点赞系统：帖子点赞数统计与展示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CommunityService + CommentService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community.html 承载前端交互界面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2344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打卡系统模块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每日打卡：日期记录 + 内容描述 + 图片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打卡列表：用户可查看历史打卡记录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运动时长：每次打卡可记录锻炼分钟数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持续激励：通过记录追踪保持运动习惯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checkin.html 提供完整的打卡交互UI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模块详解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番茄钟 &amp; 后台管理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番茄钟模块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专注计时：25分钟专注 + 5分钟休息循环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循环管理：支持多周期连续训练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记录追踪：保存每次番茄钟的周期数据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备注功能：为每次记录添加训练备注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pomodoro.html + pomodoro.js 实现交互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2344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后台管理模块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仪表盘：ECharts图表展示整体数据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用户管理：查看用户列表、启用/禁用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课程管理：课程CRUD、视频管理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帖子管理：内容审核、帖子删除</a:t>
            </a:r>
            <a:endParaRPr lang="en-US" sz="11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admin/index.html 独立管理界面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模块详解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前端界面与交互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3520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2331720" cy="1097280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+ CSS3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语义化标签，CSS变量管理主题色，响应式弹性布局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737360"/>
            <a:ext cx="2331720" cy="1097280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ES6+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原生JS实现AJAX请求、DOM操作、事件处理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737360"/>
            <a:ext cx="2331720" cy="1097280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栅格系统、组件样式、bootstrap.bundle.min.js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2331720" cy="1097280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Icons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矢量图标库，统一视觉风格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3063240"/>
            <a:ext cx="2331720" cy="1097280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数据可视化图表，用于管理后台仪表盘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3063240"/>
            <a:ext cx="2331720" cy="1097280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页面结构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9个HTML页面：用户端8页 + 管理端1页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团队分工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1051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负责模块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姬天宇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1572768"/>
            <a:ext cx="1280160" cy="274320"/>
          </a:xfrm>
          <a:prstGeom prst="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用户认证模块 + 课程与视频模块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Security  |  JWT  |  MyBatis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solidFill>
            <a:srgbClr val="F0F3F8">
              <a:alpha val="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65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李铭煜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45920" y="2075688"/>
            <a:ext cx="1280160" cy="274320"/>
          </a:xfrm>
          <a:prstGeom prst="rect">
            <a:avLst>
              <a:gd name="adj" fmla="val 16667"/>
            </a:avLst>
          </a:prstGeom>
          <a:solidFill>
            <a:srgbClr val="42A5F5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组长 · 前端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前端界面与交互设计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  |  HTML/CSS  |  UI/UX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468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马启茂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45920" y="2578608"/>
            <a:ext cx="1280160" cy="274320"/>
          </a:xfrm>
          <a:prstGeom prst="rect">
            <a:avLst>
              <a:gd name="adj" fmla="val 16667"/>
            </a:avLst>
          </a:prstGeom>
          <a:solidFill>
            <a:srgbClr val="00ACC1"/>
          </a:solidFill>
          <a:ln/>
        </p:spPr>
      </p:sp>
      <p:sp>
        <p:nvSpPr>
          <p:cNvPr id="24" name="Text 22"/>
          <p:cNvSpPr/>
          <p:nvPr/>
        </p:nvSpPr>
        <p:spPr>
          <a:xfrm>
            <a:off x="1645920" y="2578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2468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社区互动模块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PostService  |  Comment  |  REST API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F0F3F8">
              <a:alpha val="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971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张博鑫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0" y="3081528"/>
            <a:ext cx="128016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1645920" y="3081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打卡系统模块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  |  文件上传  |  记录管理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474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封超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645920" y="3584448"/>
            <a:ext cx="1280160" cy="274320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164592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3474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番茄钟模块 + JWT工具类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0352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Pomodoro  |  JwtUtil  |  定时逻辑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F0F3F8">
              <a:alpha val="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闫墨存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45920" y="4087368"/>
            <a:ext cx="1280160" cy="274320"/>
          </a:xfrm>
          <a:prstGeom prst="rect">
            <a:avLst>
              <a:gd name="adj" fmla="val 16667"/>
            </a:avLst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1645920" y="4087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后台管理模块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 |  ECharts  |  数据管理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480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陈灏达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645920" y="4590288"/>
            <a:ext cx="1280160" cy="274320"/>
          </a:xfrm>
          <a:prstGeom prst="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1645920" y="4590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全栈协助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0" y="4480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前后端联调 + 数据库初始化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0352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API联调  |  SQL  |  测试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开发流程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325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325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240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确定功能范围</a:t>
            </a:r>
            <a:endParaRPr lang="en-US" sz="10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设计业务流程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360" y="1188720"/>
            <a:ext cx="1325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1188720"/>
            <a:ext cx="1325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73736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240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ER图建模</a:t>
            </a:r>
            <a:endParaRPr lang="en-US" sz="10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编写init.sql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0" y="1188720"/>
            <a:ext cx="1325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88720"/>
            <a:ext cx="1325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20040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240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分层架构实现</a:t>
            </a:r>
            <a:endParaRPr lang="en-US" sz="10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Controller-Service-Mapper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1325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88720"/>
            <a:ext cx="1325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66344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前端页面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240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0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UI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1188720"/>
            <a:ext cx="1325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188720"/>
            <a:ext cx="1325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12648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联调测试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240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前后端接口</a:t>
            </a:r>
            <a:endParaRPr lang="en-US" sz="10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功能验证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89520" y="1188720"/>
            <a:ext cx="1325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89520" y="1188720"/>
            <a:ext cx="132588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758952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答辩准备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24028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PPT汇报</a:t>
            </a:r>
            <a:endParaRPr lang="en-US" sz="10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演示视频录制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开发模式：单体全栈项目 | 版本控制：Git | 开发周期：16周 | 开发工具：IntelliJ IDEA + Maven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项目亮点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143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1430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42A5F5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清晰分层架构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117043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Controller-Service-Mapper三层分离，职责明确，代码可读性强，便于后续扩展维护。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31920" cy="1143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097280"/>
            <a:ext cx="64008" cy="11430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234440"/>
            <a:ext cx="548640" cy="548640"/>
          </a:xfrm>
          <a:prstGeom prst="ellipse">
            <a:avLst/>
          </a:prstGeom>
          <a:solidFill>
            <a:srgbClr val="42A5F5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88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安全认证体系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94560" y="117043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JWT双保险，密码BCrypt加密存储，接口权限分级控制。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931920" cy="1143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377440"/>
            <a:ext cx="64008" cy="11430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42A5F5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响应式UI设计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94560" y="245059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5栅格系统，一套代码兼容桌面/平板/手机，用户体验统一。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3931920" cy="1143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2377440"/>
            <a:ext cx="64008" cy="11430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514600"/>
            <a:ext cx="548640" cy="548640"/>
          </a:xfrm>
          <a:prstGeom prst="ellipse">
            <a:avLst/>
          </a:prstGeom>
          <a:solidFill>
            <a:srgbClr val="42A5F5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296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数据可视化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194560" y="245059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ECharts集成，管理后台直观展示用户增长、课程热度等核心指标。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3931920" cy="1143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657600"/>
            <a:ext cx="64008" cy="11430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42A5F5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29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完整数据模型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194560" y="373075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7张业务表覆盖核心场景，init.sql一键初始化，含示例数据开箱即用。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657600"/>
            <a:ext cx="3931920" cy="1143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3657600"/>
            <a:ext cx="64008" cy="11430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3794760"/>
            <a:ext cx="548640" cy="548640"/>
          </a:xfrm>
          <a:prstGeom prst="ellipse">
            <a:avLst/>
          </a:prstGeom>
          <a:solidFill>
            <a:srgbClr val="42A5F5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2296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功能丰富全面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194560" y="373075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涵盖课程、打卡、社区、番茄钟四大业务模块 + 独立管理后台。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不足与优化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现存不足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未实现前后端分离，耦合度较高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缺少Redis缓存，高并发性能瓶颈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没有单元测试和集成测试覆盖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文件上传缺乏格式校验和安全防护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API接口未实现限流和防刷机制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配置文件中存在数据库明文密码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用户登录未实现验证码防护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优化建议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前后端分离：Vue/React + RESTful API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引入Redis缓存热点数据，提升性能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编写JUnit单元测试，保证代码质量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文件上传增加类型/大小安全校验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API接口引入令牌桶限流算法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敏感配置迁移至环境变量或配置中心</a:t>
            </a:r>
            <a:endParaRPr lang="en-US" sz="11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登录增加图形验证码 + 次数限制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未来展望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00200" y="1097280"/>
            <a:ext cx="274320" cy="27432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560320" cy="32918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560320" cy="457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短期计划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本学期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完善现有模块功能细节和交互体验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45720" cy="457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增加用户个人资料编辑与头像上传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45720" cy="457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完成答辩准备与项目演示录制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639312"/>
            <a:ext cx="45720" cy="457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097280"/>
            <a:ext cx="274320" cy="274320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554480"/>
            <a:ext cx="2560320" cy="32918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554480"/>
            <a:ext cx="2560320" cy="457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C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中期计划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下学期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引入AI问答指导功能，提供专业运动建议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0" y="2450592"/>
            <a:ext cx="45720" cy="457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前后端分离重构，提升架构可扩展性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0" y="3044952"/>
            <a:ext cx="45720" cy="457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增加训练计划定制功能，个性化推荐课程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3639312"/>
            <a:ext cx="45720" cy="457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69480" y="10972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554480"/>
            <a:ext cx="2560320" cy="32918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155448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长期规划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26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小程序/App多端覆盖，扩大用户群体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2450592"/>
            <a:ext cx="45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引入社交化功能：排行榜、挑战赛、好友对战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044952"/>
            <a:ext cx="45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接入可穿戴设备数据，实现智能训练分析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3639312"/>
            <a:ext cx="45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1737360" y="1188720"/>
            <a:ext cx="27432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572000" y="1188720"/>
            <a:ext cx="2743200" cy="0"/>
          </a:xfrm>
          <a:prstGeom prst="line">
            <a:avLst/>
          </a:prstGeom>
          <a:noFill/>
          <a:ln w="25400">
            <a:solidFill>
              <a:srgbClr val="00ACC1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2286000" y="4480560"/>
            <a:ext cx="4572000" cy="365760"/>
          </a:xfrm>
          <a:prstGeom prst="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40" name="Text 38"/>
          <p:cNvSpPr/>
          <p:nvPr/>
        </p:nvSpPr>
        <p:spPr>
          <a:xfrm>
            <a:off x="22860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核心展望：引入AI运动指导，打造更智能的健身体验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5029200" y="-914400"/>
            <a:ext cx="4572000" cy="4572000"/>
          </a:xfrm>
          <a:prstGeom prst="rect">
            <a:avLst/>
          </a:prstGeom>
          <a:solidFill>
            <a:srgbClr val="1565C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743200" cy="0"/>
          </a:xfrm>
          <a:prstGeom prst="line">
            <a:avLst/>
          </a:prstGeom>
          <a:noFill/>
          <a:ln w="381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FitKeep - 智能健身管理平台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姬天宇  |  李铭煜  |  马启茂  |  张博鑫  |  封超  |  闫墨存  |  陈灏达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2926080" cy="457200"/>
          </a:xfrm>
          <a:prstGeom prst="rect">
            <a:avLst>
              <a:gd name="adj" fmla="val 10000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欢迎提问与交流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565C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FitKeep 智能健身管理平台 - 项目汇报</dc:title>
  <dc:subject>PptxGenJS Presentation</dc:subject>
  <dc:creator>FitKeep Team</dc:creator>
  <cp:lastModifiedBy>FitKeep Team</cp:lastModifiedBy>
  <cp:revision>1</cp:revision>
  <dcterms:created xsi:type="dcterms:W3CDTF">2026-05-11T03:53:33Z</dcterms:created>
  <dcterms:modified xsi:type="dcterms:W3CDTF">2026-05-11T03:53:33Z</dcterms:modified>
</cp:coreProperties>
</file>